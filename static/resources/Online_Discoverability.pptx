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2.png"/><Relationship Id="rId4" Type="http://schemas.openxmlformats.org/officeDocument/2006/relationships/image" Target="../media/image-4-2.png"/><Relationship Id="rId5" Type="http://schemas.openxmlformats.org/officeDocument/2006/relationships/image" Target="../media/image-4-2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1.png"/><Relationship Id="rId3" Type="http://schemas.openxmlformats.org/officeDocument/2006/relationships/image" Target="../media/image-6-1.png"/><Relationship Id="rId4" Type="http://schemas.openxmlformats.org/officeDocument/2006/relationships/image" Target="../media/image-6-1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4206240"/>
            <a:ext cx="2926080" cy="2926080"/>
          </a:xfrm>
          <a:prstGeom prst="ellipse">
            <a:avLst/>
          </a:prstGeom>
          <a:solidFill>
            <a:srgbClr val="1C7293">
              <a:alpha val="5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87452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DISCOVERABILITY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286000"/>
            <a:ext cx="9418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Getting Found Beyond the Village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52044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A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WhatsApp Business catalogue and a Google Business Profile with an accurate GPS pin, so customers outside the village can find, contact, and buy from local businesses.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489204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8" name="Image 0" descr="/home/claude/discoverability/whatsap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" y="5015484"/>
            <a:ext cx="301752" cy="30175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417320" y="489204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0" name="Image 1" descr="/home/claude/discoverability/mapp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502920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103120" y="489204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Catalogue  +  Google Business Profile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6675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you can't be searched, you can't be found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6035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village businesses rely entirely on word of mouth and foot traffic. Great customers nearby — but invisible to anyone outside the village who searches on their phone for what the business sells.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3200400"/>
            <a:ext cx="6035040" cy="2651760"/>
          </a:xfrm>
          <a:prstGeom prst="roundRect">
            <a:avLst>
              <a:gd name="adj" fmla="val 4138"/>
            </a:avLst>
          </a:prstGeom>
          <a:solidFill>
            <a:srgbClr val="EAF3F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33375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6600" dirty="0"/>
          </a:p>
        </p:txBody>
      </p:sp>
      <p:sp>
        <p:nvSpPr>
          <p:cNvPr id="7" name="Text 5"/>
          <p:cNvSpPr txBox="1"/>
          <p:nvPr/>
        </p:nvSpPr>
        <p:spPr>
          <a:xfrm>
            <a:off x="2834640" y="342900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results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most local shops outside their home village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4709160"/>
            <a:ext cx="5394960" cy="0"/>
          </a:xfrm>
          <a:prstGeom prst="line">
            <a:avLst/>
          </a:prstGeom>
          <a:noFill/>
          <a:ln w="12700">
            <a:solidFill>
              <a:srgbClr val="D5E3E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4846320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digital storefront and an accurate map pin, nearby demand from outside buyers never reaches the shop.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995160" y="457200"/>
            <a:ext cx="4617720" cy="5852160"/>
          </a:xfrm>
          <a:prstGeom prst="roundRect">
            <a:avLst>
              <a:gd name="adj" fmla="val 2376"/>
            </a:avLst>
          </a:prstGeom>
          <a:solidFill>
            <a:srgbClr val="21295C"/>
          </a:solidFill>
          <a:ln/>
        </p:spPr>
      </p:sp>
      <p:sp>
        <p:nvSpPr>
          <p:cNvPr id="11" name="Shape 9"/>
          <p:cNvSpPr/>
          <p:nvPr/>
        </p:nvSpPr>
        <p:spPr>
          <a:xfrm>
            <a:off x="8915400" y="914400"/>
            <a:ext cx="1005840" cy="10058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2" name="Image 0" descr="/home/claude/discoverability/glob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1714" y="1140714"/>
            <a:ext cx="553212" cy="553212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7360920" y="2148840"/>
            <a:ext cx="3977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free tools close the gap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7360920" y="2926080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635240" y="2770632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Business Catalogue</a:t>
            </a:r>
            <a:endParaRPr lang="en-US" sz="1350" dirty="0"/>
          </a:p>
        </p:txBody>
      </p:sp>
      <p:sp>
        <p:nvSpPr>
          <p:cNvPr id="16" name="Text 13"/>
          <p:cNvSpPr txBox="1"/>
          <p:nvPr/>
        </p:nvSpPr>
        <p:spPr>
          <a:xfrm>
            <a:off x="7635240" y="3108960"/>
            <a:ext cx="3703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B9C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browsable digital shop-front inside chat.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7360920" y="3977640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635240" y="3822192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Business Profile</a:t>
            </a:r>
            <a:endParaRPr lang="en-US" sz="1350" dirty="0"/>
          </a:p>
        </p:txBody>
      </p:sp>
      <p:sp>
        <p:nvSpPr>
          <p:cNvPr id="19" name="Text 16"/>
          <p:cNvSpPr txBox="1"/>
          <p:nvPr/>
        </p:nvSpPr>
        <p:spPr>
          <a:xfrm>
            <a:off x="7635240" y="4160520"/>
            <a:ext cx="3703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B9C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free listing on Search &amp; Maps with an accurate location pin.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97680" cy="6858000"/>
          </a:xfrm>
          <a:prstGeom prst="round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94360"/>
            <a:ext cx="914400" cy="91440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4" name="Image 0" descr="/home/claude/discoverability/whatsap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80010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16916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F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1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011680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WhatsApp Business</a:t>
            </a:r>
            <a:endParaRPr lang="en-US" sz="2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Catalogue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520440"/>
            <a:ext cx="3383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6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free, in-chat digital shop-front — no website, hosting, or coding needed. Customers browse products and message you to order, directly inside the app they already use.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709160" y="685800"/>
            <a:ext cx="658368" cy="65836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9" name="Image 1" descr="/home/claude/discoverability/li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3752" y="850392"/>
            <a:ext cx="329184" cy="32918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577840" y="658368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listings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5577840" y="996696"/>
            <a:ext cx="6035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each item with a photo, name, price, and short description — just like a shop shelf.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709160" y="2194560"/>
            <a:ext cx="658368" cy="65836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2" descr="/home/claude/discoverability/mobi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3752" y="2359152"/>
            <a:ext cx="329184" cy="32918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577840" y="2167128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Shareable catalogue link</a:t>
            </a:r>
            <a:endParaRPr lang="en-US" sz="1700" dirty="0"/>
          </a:p>
        </p:txBody>
      </p:sp>
      <p:sp>
        <p:nvSpPr>
          <p:cNvPr id="15" name="Text 10"/>
          <p:cNvSpPr txBox="1"/>
          <p:nvPr/>
        </p:nvSpPr>
        <p:spPr>
          <a:xfrm>
            <a:off x="5577840" y="2505456"/>
            <a:ext cx="6035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or post one link on social media, status, flyers, or business cards.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4709160" y="3703320"/>
            <a:ext cx="658368" cy="65836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7" name="Image 3" descr="/home/claude/discoverability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3752" y="3867912"/>
            <a:ext cx="329184" cy="32918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577840" y="3675888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 ordering by chat</a:t>
            </a:r>
            <a:endParaRPr lang="en-US" sz="1700" dirty="0"/>
          </a:p>
        </p:txBody>
      </p:sp>
      <p:sp>
        <p:nvSpPr>
          <p:cNvPr id="19" name="Text 13"/>
          <p:cNvSpPr txBox="1"/>
          <p:nvPr/>
        </p:nvSpPr>
        <p:spPr>
          <a:xfrm>
            <a:off x="5577840" y="4014216"/>
            <a:ext cx="6035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tap a product and message you instantly to ask questions or place an order.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594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Business Profile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577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free listing that puts the business on Google Search and Maps — so anyone searching nearby, or planning a trip through the area, can find it.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5577840" cy="1417320"/>
          </a:xfrm>
          <a:prstGeom prst="roundRect">
            <a:avLst>
              <a:gd name="adj" fmla="val 7742"/>
            </a:avLst>
          </a:prstGeom>
          <a:solidFill>
            <a:srgbClr val="EAF3F7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816352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7" name="Image 0" descr="/home/claude/discoverability/searchloc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550" y="3010662"/>
            <a:ext cx="388620" cy="3886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737360" y="269748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GPS pin must be exact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737360" y="3035808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approximate pin sends outside customers to the wrong street. Placing the pin at the real shop entrance is what turns a search into an actual visit.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4251960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/home/claude/discoverability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477" y="4317797"/>
            <a:ext cx="197510" cy="19751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005840" y="4233672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name, category &amp; description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48640" y="4727448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4" name="Image 2" descr="/home/claude/discoverability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477" y="4793285"/>
            <a:ext cx="197510" cy="19751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005840" y="470916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number, hours &amp; website / catalogue link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548640" y="5202936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7" name="Image 3" descr="/home/claude/discoverability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477" y="5268773"/>
            <a:ext cx="197510" cy="19751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005840" y="5184648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 of the shop front, products &amp; interior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548640" y="5678424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0" name="Image 4" descr="/home/claude/discoverability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477" y="5744261"/>
            <a:ext cx="197510" cy="19751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005840" y="5660136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reviews &amp; star ratings for trust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6903720" y="502920"/>
            <a:ext cx="4709160" cy="5806440"/>
          </a:xfrm>
          <a:prstGeom prst="roundRect">
            <a:avLst>
              <a:gd name="adj" fmla="val 2330"/>
            </a:avLst>
          </a:prstGeom>
          <a:solidFill>
            <a:srgbClr val="21295C"/>
          </a:solidFill>
          <a:ln/>
        </p:spPr>
      </p:sp>
      <p:sp>
        <p:nvSpPr>
          <p:cNvPr id="23" name="Shape 16"/>
          <p:cNvSpPr/>
          <p:nvPr/>
        </p:nvSpPr>
        <p:spPr>
          <a:xfrm>
            <a:off x="7223760" y="822960"/>
            <a:ext cx="4069080" cy="2926080"/>
          </a:xfrm>
          <a:prstGeom prst="roundRect">
            <a:avLst>
              <a:gd name="adj" fmla="val 2500"/>
            </a:avLst>
          </a:prstGeom>
          <a:solidFill>
            <a:srgbClr val="1C7293">
              <a:alpha val="85000"/>
            </a:srgbClr>
          </a:solidFill>
          <a:ln w="12700">
            <a:solidFill>
              <a:srgbClr val="3E6E82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8238744" y="822960"/>
            <a:ext cx="0" cy="2926080"/>
          </a:xfrm>
          <a:prstGeom prst="line">
            <a:avLst/>
          </a:prstGeom>
          <a:noFill/>
          <a:ln w="9525">
            <a:solidFill>
              <a:srgbClr val="2F7488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9253728" y="822960"/>
            <a:ext cx="0" cy="2926080"/>
          </a:xfrm>
          <a:prstGeom prst="line">
            <a:avLst/>
          </a:prstGeom>
          <a:noFill/>
          <a:ln w="9525">
            <a:solidFill>
              <a:srgbClr val="2F7488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10268712" y="822960"/>
            <a:ext cx="0" cy="2926080"/>
          </a:xfrm>
          <a:prstGeom prst="line">
            <a:avLst/>
          </a:prstGeom>
          <a:noFill/>
          <a:ln w="9525">
            <a:solidFill>
              <a:srgbClr val="2F7488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7223760" y="1801368"/>
            <a:ext cx="4069080" cy="0"/>
          </a:xfrm>
          <a:prstGeom prst="line">
            <a:avLst/>
          </a:prstGeom>
          <a:noFill/>
          <a:ln w="9525">
            <a:solidFill>
              <a:srgbClr val="2F7488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7223760" y="2779776"/>
            <a:ext cx="4069080" cy="0"/>
          </a:xfrm>
          <a:prstGeom prst="line">
            <a:avLst/>
          </a:prstGeom>
          <a:noFill/>
          <a:ln w="9525">
            <a:solidFill>
              <a:srgbClr val="2F7488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8869680" y="1828800"/>
            <a:ext cx="777240" cy="777240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30" name="Image 5" descr="/home/claude/discoverability/mappi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44559" y="2003679"/>
            <a:ext cx="427482" cy="427482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7223760" y="3931920"/>
            <a:ext cx="4069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location — verified &amp; precise</a:t>
            </a:r>
            <a:endParaRPr lang="en-US" sz="1400" dirty="0"/>
          </a:p>
        </p:txBody>
      </p:sp>
      <p:sp>
        <p:nvSpPr>
          <p:cNvPr id="32" name="Text 24"/>
          <p:cNvSpPr txBox="1"/>
          <p:nvPr/>
        </p:nvSpPr>
        <p:spPr>
          <a:xfrm>
            <a:off x="7223760" y="4389120"/>
            <a:ext cx="4069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A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“Directions” taps from Google Maps route customers straight to the door — even from outside the village, with no local knowledge needed.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SET IT UP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steps to go online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86400" cy="1335024"/>
          </a:xfrm>
          <a:prstGeom prst="roundRect">
            <a:avLst>
              <a:gd name="adj" fmla="val 6849"/>
            </a:avLst>
          </a:prstGeom>
          <a:solidFill>
            <a:srgbClr val="EAF3F7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2002536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20025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929384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 up WhatsApp Business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2267712"/>
            <a:ext cx="4343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the free app and register with the business phone number.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3319272"/>
            <a:ext cx="5486400" cy="1335024"/>
          </a:xfrm>
          <a:prstGeom prst="roundRect">
            <a:avLst>
              <a:gd name="adj" fmla="val 6849"/>
            </a:avLst>
          </a:prstGeom>
          <a:solidFill>
            <a:srgbClr val="EAF3F7"/>
          </a:solidFill>
          <a:ln/>
        </p:spPr>
      </p:sp>
      <p:sp>
        <p:nvSpPr>
          <p:cNvPr id="10" name="Shape 8"/>
          <p:cNvSpPr/>
          <p:nvPr/>
        </p:nvSpPr>
        <p:spPr>
          <a:xfrm>
            <a:off x="749808" y="3538728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35387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508760" y="3465576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the product catalogue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3803904"/>
            <a:ext cx="4343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photos, prices &amp; descriptions for every item to sell.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855464"/>
            <a:ext cx="5486400" cy="1335024"/>
          </a:xfrm>
          <a:prstGeom prst="roundRect">
            <a:avLst>
              <a:gd name="adj" fmla="val 6849"/>
            </a:avLst>
          </a:prstGeom>
          <a:solidFill>
            <a:srgbClr val="EAF3F7"/>
          </a:solidFill>
          <a:ln/>
        </p:spPr>
      </p:sp>
      <p:sp>
        <p:nvSpPr>
          <p:cNvPr id="15" name="Shape 13"/>
          <p:cNvSpPr/>
          <p:nvPr/>
        </p:nvSpPr>
        <p:spPr>
          <a:xfrm>
            <a:off x="749808" y="5074920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49808" y="5074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5001768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a Google Business Profile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5340096"/>
            <a:ext cx="4343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the business on Google and verify ownership.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309360" y="1783080"/>
            <a:ext cx="5486400" cy="1335024"/>
          </a:xfrm>
          <a:prstGeom prst="roundRect">
            <a:avLst>
              <a:gd name="adj" fmla="val 6849"/>
            </a:avLst>
          </a:prstGeom>
          <a:solidFill>
            <a:srgbClr val="EAF3F7"/>
          </a:solidFill>
          <a:ln/>
        </p:spPr>
      </p:sp>
      <p:sp>
        <p:nvSpPr>
          <p:cNvPr id="20" name="Shape 18"/>
          <p:cNvSpPr/>
          <p:nvPr/>
        </p:nvSpPr>
        <p:spPr>
          <a:xfrm>
            <a:off x="6510528" y="2002536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10528" y="20025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7269480" y="1929384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Drop an accurate GPS pin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269480" y="2267712"/>
            <a:ext cx="4343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the map marker exactly at the shop entrance, not just the village center.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309360" y="3319272"/>
            <a:ext cx="5486400" cy="1335024"/>
          </a:xfrm>
          <a:prstGeom prst="roundRect">
            <a:avLst>
              <a:gd name="adj" fmla="val 6849"/>
            </a:avLst>
          </a:prstGeom>
          <a:solidFill>
            <a:srgbClr val="EAF3F7"/>
          </a:solidFill>
          <a:ln/>
        </p:spPr>
      </p:sp>
      <p:sp>
        <p:nvSpPr>
          <p:cNvPr id="25" name="Shape 23"/>
          <p:cNvSpPr/>
          <p:nvPr/>
        </p:nvSpPr>
        <p:spPr>
          <a:xfrm>
            <a:off x="6510528" y="3538728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510528" y="35387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7269480" y="3465576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 both profiles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7269480" y="3803904"/>
            <a:ext cx="4343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hours, phone number, category, and photos to each listing.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309360" y="4855464"/>
            <a:ext cx="5486400" cy="1335024"/>
          </a:xfrm>
          <a:prstGeom prst="roundRect">
            <a:avLst>
              <a:gd name="adj" fmla="val 6849"/>
            </a:avLst>
          </a:prstGeom>
          <a:solidFill>
            <a:srgbClr val="EAF3F7"/>
          </a:solidFill>
          <a:ln/>
        </p:spPr>
      </p:sp>
      <p:sp>
        <p:nvSpPr>
          <p:cNvPr id="30" name="Shape 28"/>
          <p:cNvSpPr/>
          <p:nvPr/>
        </p:nvSpPr>
        <p:spPr>
          <a:xfrm>
            <a:off x="6510528" y="5074920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510528" y="5074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32" name="Text 30"/>
          <p:cNvSpPr txBox="1"/>
          <p:nvPr/>
        </p:nvSpPr>
        <p:spPr>
          <a:xfrm>
            <a:off x="7269480" y="5001768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 the links everywhere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7269480" y="5340096"/>
            <a:ext cx="4343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the catalogue link &amp; Maps listing on social media, packaging &amp; word of mouth.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48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914400"/>
            <a:ext cx="6126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 by customers</a:t>
            </a:r>
            <a:endParaRPr lang="en-US" sz="3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far beyond the village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269748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/home/claude/discoverability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6890" y="2774290"/>
            <a:ext cx="230429" cy="23042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88720" y="2679192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5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Outside customers can search, find, and message the business in seconds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40080" y="3319272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9" name="Image 1" descr="/home/claude/discoverability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890" y="3396082"/>
            <a:ext cx="230429" cy="230429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88720" y="3300984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5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website, hosting, or coding required — both tools are free to use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40080" y="3941064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2" descr="/home/claude/discoverability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890" y="4017874"/>
            <a:ext cx="230429" cy="230429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188720" y="3922776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5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accurate map pin turns a search into a real visit</a:t>
            </a:r>
            <a:endParaRPr lang="en-US" sz="1350" dirty="0"/>
          </a:p>
        </p:txBody>
      </p:sp>
      <p:sp>
        <p:nvSpPr>
          <p:cNvPr id="14" name="Shape 9"/>
          <p:cNvSpPr/>
          <p:nvPr/>
        </p:nvSpPr>
        <p:spPr>
          <a:xfrm>
            <a:off x="640080" y="4562856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5" name="Image 3" descr="/home/claude/discoverability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890" y="4639666"/>
            <a:ext cx="230429" cy="230429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188720" y="4544568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5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and ratings build trust before a customer ever arrives</a:t>
            </a:r>
            <a:endParaRPr lang="en-US" sz="1350" dirty="0"/>
          </a:p>
        </p:txBody>
      </p:sp>
      <p:sp>
        <p:nvSpPr>
          <p:cNvPr id="17" name="Shape 11"/>
          <p:cNvSpPr/>
          <p:nvPr/>
        </p:nvSpPr>
        <p:spPr>
          <a:xfrm>
            <a:off x="7498080" y="1280160"/>
            <a:ext cx="4023360" cy="4206240"/>
          </a:xfrm>
          <a:prstGeom prst="roundRect">
            <a:avLst>
              <a:gd name="adj" fmla="val 2727"/>
            </a:avLst>
          </a:prstGeom>
          <a:solidFill>
            <a:srgbClr val="065A82"/>
          </a:solidFill>
          <a:ln/>
        </p:spPr>
      </p:sp>
      <p:sp>
        <p:nvSpPr>
          <p:cNvPr id="18" name="Shape 12"/>
          <p:cNvSpPr/>
          <p:nvPr/>
        </p:nvSpPr>
        <p:spPr>
          <a:xfrm>
            <a:off x="9052560" y="1691640"/>
            <a:ext cx="914400" cy="91440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19" name="Image 4" descr="/home/claude/discoverability/stor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58300" y="1897380"/>
            <a:ext cx="502920" cy="502920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7772400" y="283464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free listings.</a:t>
            </a:r>
            <a:endParaRPr lang="en-US" sz="18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much bigger market.</a:t>
            </a:r>
            <a:endParaRPr lang="en-US" sz="1800" dirty="0"/>
          </a:p>
        </p:txBody>
      </p:sp>
      <p:sp>
        <p:nvSpPr>
          <p:cNvPr id="21" name="Text 14"/>
          <p:cNvSpPr txBox="1"/>
          <p:nvPr/>
        </p:nvSpPr>
        <p:spPr>
          <a:xfrm>
            <a:off x="7772400" y="3840480"/>
            <a:ext cx="3474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Business Catalogue  +  Google Business Profile with an accurate GPS pin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2026-08-28T04:38:15Z</dcterms:created>
  <dcterms:modified xsi:type="dcterms:W3CDTF">2026-08-28T04:38:15Z</dcterms:modified>
</cp:coreProperties>
</file>