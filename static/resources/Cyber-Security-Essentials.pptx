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66690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Cyber Security Essentials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Practical guidance to protect devices, networks, and sensitive data from unauthorized access, theft, and disruption.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59573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Is Cyber Security?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481560"/>
            <a:ext cx="6223638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897510" y="2680990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3093938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Protecting devices, networks, and sensitive information from unauthorized access or attacks.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8086" y="4131171"/>
            <a:ext cx="6223638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897510" y="4330601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7510" y="4743549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Prevents data theft, financial loss, and operational disruption.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769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Common Cyber Threats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862560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61057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Phishing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023519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Fraudulent emails or fake sites that steal credentials and payment data.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862560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361057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Ransomware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4023519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Malware that encrypts data and demands payment to restore access.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862560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361057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Malware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4023519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Software designed to damage, disrupt, or gain unauthorized access to systems.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4759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Best Practices — Core Habits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414760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8086" y="1665784"/>
            <a:ext cx="5203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783358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8086" y="2143720"/>
            <a:ext cx="520389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Apply OS and app patches to close known vulnerabilities.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8086" y="2617887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8086" y="2868910"/>
            <a:ext cx="5203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698086" y="2986484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Strong Passwords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8086" y="3346847"/>
            <a:ext cx="520389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12+ characters with mixed case, numbers, and symbols; avoid reuse.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8086" y="3821013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086" y="4072037"/>
            <a:ext cx="5203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86" y="4189611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Limit Access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8086" y="4549973"/>
            <a:ext cx="520389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Grant sensitive-file access only to those who need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8086" y="5024140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8086" y="5275163"/>
            <a:ext cx="5203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5392738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Backup Regularly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8086" y="5753100"/>
            <a:ext cx="520389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 up to external drives or cloud (examples: iDrive, Datto).</a:t>
            </a:r>
            <a:endParaRPr lang="en-US" sz="1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6066" y="2283222"/>
            <a:ext cx="5203893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132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Passwords &amp; Managers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8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1666577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Makes a Strong Password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159298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At least 12 characters, mixed case, numbers, symbols, and unique per account.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7708" y="3316288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Password Managers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37708" y="3809008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and store complex passwords securely to avoid reuse and simplify access.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37708" y="4965998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Risks of Weak Passwords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37708" y="5458718"/>
            <a:ext cx="346215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Can cause breaches, unauthorized access, and financial loss.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Two-Factor Authentication (2FA)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6511" y="941586"/>
            <a:ext cx="2598672" cy="58158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1814" y="3410918"/>
            <a:ext cx="1327826" cy="856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Stronger account protection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75351" y="5602594"/>
            <a:ext cx="2029354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One-time code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5351" y="5974536"/>
            <a:ext cx="2029354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Something you have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65568" y="1511061"/>
            <a:ext cx="202935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Password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65568" y="1883003"/>
            <a:ext cx="2029353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Something you know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8086" y="6813451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2FA requires two forms of ID (password + one-time code). Methods include SMS, authenticator apps, and security keys. Benefits: prevents many attacks and alerts to suspicious activity.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94468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Securing Personal Devices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930327"/>
            <a:ext cx="995338" cy="124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2754" y="2930327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Antivirus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42754" y="3343275"/>
            <a:ext cx="21876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Keep antivirus up to date and run regular scans to detect threats.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2930327"/>
            <a:ext cx="995338" cy="1244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4372" y="2930327"/>
            <a:ext cx="218761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Keep Devices Updated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624372" y="3636566"/>
            <a:ext cx="21876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Install OS and app updates to receive critical security fixes.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2930327"/>
            <a:ext cx="995338" cy="1244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930327"/>
            <a:ext cx="218761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 Wary of Public Wi‑Fi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05990" y="3636566"/>
            <a:ext cx="218761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Avoid sensitive transactions on public networks; use a VPN when necessary.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49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Managed Services &amp; EDR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71254"/>
            <a:ext cx="4590340" cy="2601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81332" y="1637804"/>
            <a:ext cx="571852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Technical solutions can be hard to evaluate. For small and medium businesses, use a checklist comparing EDR to traditional antivirus: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81332" y="2774851"/>
            <a:ext cx="5718528" cy="2513310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Real-time monitoring — EDR can, AV can't.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 threat detection — EDR can, AV can't.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 monitoring (before/during/after) — EDR can, AV can't.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Low performance impact during continuous monitoring — EDR can maintain performance; AV can slow systems.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Ransomware rollback — EDR can, AV can't.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781332" y="5467648"/>
            <a:ext cx="571852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EDR improves IT security and business continuity for growing businesses.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400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Offering — 2nd Chance PC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2386" y="1887637"/>
            <a:ext cx="2393692" cy="239375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617" y="1887637"/>
            <a:ext cx="2393692" cy="23937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98086" y="463371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6" name="Text 2"/>
          <p:cNvSpPr/>
          <p:nvPr/>
        </p:nvSpPr>
        <p:spPr>
          <a:xfrm>
            <a:off x="897510" y="483314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Managed Services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97510" y="524609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Domain/network admin, EDR, vendor support, help desk to keep businesses running.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195560" y="463371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9" name="Text 5"/>
          <p:cNvSpPr/>
          <p:nvPr/>
        </p:nvSpPr>
        <p:spPr>
          <a:xfrm>
            <a:off x="6394985" y="483314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Choose Us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94985" y="524609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35 five‑star reviews. Partnerships: Dell, Cisco, Mint, iDrive, Constant Contact, DriveSavers.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150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Takeaways &amp; Next Steps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500709"/>
            <a:ext cx="3465525" cy="182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725539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Stay Informed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3138488"/>
            <a:ext cx="29142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Threats evolve — follow trusted sources and update policies regularly.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500709"/>
            <a:ext cx="3465525" cy="1820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2725539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 Now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9457" y="3138488"/>
            <a:ext cx="29142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strong passwords, enable 2FA, keep systems updated, and back up data.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985" y="2500709"/>
            <a:ext cx="3465624" cy="1820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407" y="2725539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Get Help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4407" y="3138488"/>
            <a:ext cx="29143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Consider managed EDR and professional support to improve security and continuity.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98086" y="4545211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71260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0" y="4835823"/>
            <a:ext cx="249330" cy="1994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6266" y="4794448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When tech fails, business stalls — invest in prevention and reliable support.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2026-08-28T05:33:01Z</dcterms:created>
  <dcterms:modified xsi:type="dcterms:W3CDTF">2026-08-28T05:33:01Z</dcterms:modified>
</cp:coreProperties>
</file>