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image" Target="../media/image-3-1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2.png"/><Relationship Id="rId5" Type="http://schemas.openxmlformats.org/officeDocument/2006/relationships/image" Target="../media/image-9-1.png"/><Relationship Id="rId6" Type="http://schemas.openxmlformats.org/officeDocument/2006/relationships/image" Target="../media/image-9-2.png"/><Relationship Id="rId7" Type="http://schemas.openxmlformats.org/officeDocument/2006/relationships/image" Target="../media/image-9-1.png"/><Relationship Id="rId8" Type="http://schemas.openxmlformats.org/officeDocument/2006/relationships/image" Target="../media/image-9-2.png"/><Relationship Id="rId9" Type="http://schemas.openxmlformats.org/officeDocument/2006/relationships/image" Target="../media/image-9-1.png"/><Relationship Id="rId10" Type="http://schemas.openxmlformats.org/officeDocument/2006/relationships/image" Target="../media/image-9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566160"/>
            <a:ext cx="3840480" cy="38404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WALKTHROUGH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Setup &amp;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Payment Guide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Google Pay / PhonePe, linking your bank account correctly,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safely testing a first real transaction — together.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8" name="Image 0" descr="icons/check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521665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5742432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54680" y="507492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1" name="Image 1" descr="icons/ba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412" y="52166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5742432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Account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0" y="507492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4" name="Image 2" descr="icons/se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132" y="52166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66360" y="5742432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Payment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818120" y="507492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7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852" y="521665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0" y="5742432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Safe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Start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these four things ready — setup becomes a five-minute job instead of a frustrating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9616" y="2331720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7" name="Image 0" descr="icons/simc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126" y="252923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832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registered SIM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3977640"/>
            <a:ext cx="21396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phone &amp; SIM number your bank has on file — verification runs by SMS to this SIM only.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401568" y="196596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61104" y="2331720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2" name="Image 1" descr="icons/c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614" y="252923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3832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debit card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02736" y="3977640"/>
            <a:ext cx="21396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card, or its last 6 digits + expiry — used once to confirm you own the account.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163056" y="196596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22592" y="2331720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7" name="Image 2" descr="icons/wifi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102" y="252923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7648" y="33832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data or Wi-Fi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64224" y="3977640"/>
            <a:ext cx="21396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depends on an SMS being sent and received quickly, so keep signal strength normal.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8924544" y="196596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84080" y="2331720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22" name="Image 3" descr="icons/ban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590" y="252923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89136" y="33832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number &amp; IFSC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125712" y="3977640"/>
            <a:ext cx="21396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 a cheque leaf or bank statement — handy as backup, not always required.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640080" y="5486400"/>
            <a:ext cx="10826496" cy="777240"/>
          </a:xfrm>
          <a:prstGeom prst="roundRect">
            <a:avLst>
              <a:gd name="adj" fmla="val 14118"/>
            </a:avLst>
          </a:prstGeom>
          <a:solidFill>
            <a:srgbClr val="E4F5E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68680" y="5614416"/>
            <a:ext cx="512064" cy="512064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27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" y="5729630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532120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4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internet banking or a net-banking password for UPI — the whole setup runs off your SIM and, once, your debit card.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Setup &amp; First Payment Guide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&amp; Install Your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Pay and PhonePe are both free, officially licensed UPI apps regulated the same way by NPCI — either is a fine choice.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507492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31720"/>
            <a:ext cx="50749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Pay</a:t>
            </a:r>
            <a:endParaRPr lang="en-US" sz="1800" dirty="0"/>
          </a:p>
        </p:txBody>
      </p:sp>
      <p:pic>
        <p:nvPicPr>
          <p:cNvPr id="9" name="Image 0" descr="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97180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287121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with your Google account</a:t>
            </a:r>
            <a:endParaRPr lang="en-US" sz="1200" dirty="0"/>
          </a:p>
        </p:txBody>
      </p:sp>
      <p:pic>
        <p:nvPicPr>
          <p:cNvPr id="11" name="Image 1" descr="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5935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349300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payments-first interface</a:t>
            </a:r>
            <a:endParaRPr lang="en-US" sz="1200" dirty="0"/>
          </a:p>
        </p:txBody>
      </p:sp>
      <p:pic>
        <p:nvPicPr>
          <p:cNvPr id="13" name="Image 2" descr="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21538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411480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cashback offers</a:t>
            </a:r>
            <a:endParaRPr lang="en-US" sz="1200" dirty="0"/>
          </a:p>
        </p:txBody>
      </p:sp>
      <p:pic>
        <p:nvPicPr>
          <p:cNvPr id="15" name="Image 3" descr="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83717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8448" y="473659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supported for business payments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172200" y="196596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172200" y="1965960"/>
            <a:ext cx="5074920" cy="6858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19" name="Shape 13"/>
          <p:cNvSpPr/>
          <p:nvPr/>
        </p:nvSpPr>
        <p:spPr>
          <a:xfrm>
            <a:off x="6172200" y="2331720"/>
            <a:ext cx="507492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4"/>
          <p:cNvSpPr/>
          <p:nvPr/>
        </p:nvSpPr>
        <p:spPr>
          <a:xfrm>
            <a:off x="6172200" y="196596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PhonePe</a:t>
            </a:r>
            <a:endParaRPr lang="en-US" sz="1800" dirty="0"/>
          </a:p>
        </p:txBody>
      </p:sp>
      <p:pic>
        <p:nvPicPr>
          <p:cNvPr id="21" name="Image 4" descr="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97180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30568" y="287121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with phone number only</a:t>
            </a:r>
            <a:endParaRPr lang="en-US" sz="1200" dirty="0"/>
          </a:p>
        </p:txBody>
      </p:sp>
      <p:pic>
        <p:nvPicPr>
          <p:cNvPr id="23" name="Image 5" descr="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593592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30568" y="349300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built-in features (bills, insurance, gold)</a:t>
            </a:r>
            <a:endParaRPr lang="en-US" sz="1200" dirty="0"/>
          </a:p>
        </p:txBody>
      </p:sp>
      <p:pic>
        <p:nvPicPr>
          <p:cNvPr id="25" name="Image 6" descr="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4215384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30568" y="411480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scratch-card offers</a:t>
            </a:r>
            <a:endParaRPr lang="en-US" sz="1200" dirty="0"/>
          </a:p>
        </p:txBody>
      </p:sp>
      <p:pic>
        <p:nvPicPr>
          <p:cNvPr id="27" name="Image 7" descr="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4837176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830568" y="473659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widely used at merchant counters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640080" y="5715000"/>
            <a:ext cx="10607040" cy="621792"/>
          </a:xfrm>
          <a:prstGeom prst="roundRect">
            <a:avLst>
              <a:gd name="adj" fmla="val 17647"/>
            </a:avLst>
          </a:prstGeom>
          <a:solidFill>
            <a:srgbClr val="FDF1E1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pic>
        <p:nvPicPr>
          <p:cNvPr id="30" name="Image 8" descr="icons/download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870448"/>
            <a:ext cx="310896" cy="31089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371600" y="5715000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only from the Play Store or App Store</a:t>
            </a:r>
            <a:pPr indent="0" marL="0">
              <a:buNone/>
            </a:pPr>
            <a:r>
              <a:rPr lang="en-US" sz="1200" dirty="0">
                <a:solidFill>
                  <a:srgbClr val="7A4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from a link shared over SMS, WhatsApp, or email.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Setup &amp; First Payment Guide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&amp; Verify Your Number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apps confirm your identity the same way: an automatic SMS check on your registered SIM — no OTP typing needed.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542032" cy="306324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457200" cy="45720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2476" y="2834640"/>
            <a:ext cx="777240" cy="7772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9" name="Image 0" descr="icons/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014" y="3021178"/>
            <a:ext cx="404165" cy="40416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384048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app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425196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mobile number (PhonePe) or choose your Google account (Google Pay).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3401568" y="2057400"/>
            <a:ext cx="2542032" cy="306324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2221992"/>
            <a:ext cx="457200" cy="45720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83964" y="2834640"/>
            <a:ext cx="777240" cy="7772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6" name="Image 1" descr="icons/sm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502" y="3021178"/>
            <a:ext cx="404165" cy="4041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47872" y="384048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SMS check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584448" y="425196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sends a verification SMS from your own number and reads it automatically.</a:t>
            </a:r>
            <a:endParaRPr lang="en-US" sz="1030" dirty="0"/>
          </a:p>
        </p:txBody>
      </p:sp>
      <p:sp>
        <p:nvSpPr>
          <p:cNvPr id="19" name="Shape 15"/>
          <p:cNvSpPr/>
          <p:nvPr/>
        </p:nvSpPr>
        <p:spPr>
          <a:xfrm>
            <a:off x="6163056" y="2057400"/>
            <a:ext cx="2542032" cy="306324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27648" y="2221992"/>
            <a:ext cx="457200" cy="45720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21" name="Text 17"/>
          <p:cNvSpPr/>
          <p:nvPr/>
        </p:nvSpPr>
        <p:spPr>
          <a:xfrm>
            <a:off x="6327648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045452" y="2834640"/>
            <a:ext cx="777240" cy="7772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23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990" y="3021178"/>
            <a:ext cx="404165" cy="40416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09360" y="384048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permission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345936" y="425196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SMS permission prompt — this is exactly how verification works, and is expected.</a:t>
            </a:r>
            <a:endParaRPr lang="en-US" sz="1030" dirty="0"/>
          </a:p>
        </p:txBody>
      </p:sp>
      <p:sp>
        <p:nvSpPr>
          <p:cNvPr id="26" name="Shape 21"/>
          <p:cNvSpPr/>
          <p:nvPr/>
        </p:nvSpPr>
        <p:spPr>
          <a:xfrm>
            <a:off x="8924544" y="2057400"/>
            <a:ext cx="2542032" cy="306324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089136" y="2221992"/>
            <a:ext cx="457200" cy="45720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28" name="Text 23"/>
          <p:cNvSpPr/>
          <p:nvPr/>
        </p:nvSpPr>
        <p:spPr>
          <a:xfrm>
            <a:off x="9089136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9806940" y="2834640"/>
            <a:ext cx="777240" cy="7772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30" name="Image 3" descr="icons/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3478" y="3021178"/>
            <a:ext cx="404165" cy="40416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70848" y="384048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app lock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9107424" y="425196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screen-lock PIN, fingerprint, or face unlock to protect the app itself.</a:t>
            </a:r>
            <a:endParaRPr lang="en-US" sz="1030" dirty="0"/>
          </a:p>
        </p:txBody>
      </p:sp>
      <p:sp>
        <p:nvSpPr>
          <p:cNvPr id="33" name="Shape 27"/>
          <p:cNvSpPr/>
          <p:nvPr/>
        </p:nvSpPr>
        <p:spPr>
          <a:xfrm>
            <a:off x="640080" y="5349240"/>
            <a:ext cx="10607040" cy="960120"/>
          </a:xfrm>
          <a:prstGeom prst="roundRect">
            <a:avLst>
              <a:gd name="adj" fmla="val 11429"/>
            </a:avLst>
          </a:prstGeom>
          <a:solidFill>
            <a:srgbClr val="FDF1E1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68680" y="5532120"/>
            <a:ext cx="566928" cy="566928"/>
          </a:xfrm>
          <a:prstGeom prst="ellipse">
            <a:avLst/>
          </a:prstGeom>
          <a:solidFill>
            <a:srgbClr val="C97A1B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35" name="Image 4" descr="icons/warn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" y="5673852"/>
            <a:ext cx="283464" cy="28346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600200" y="5349240"/>
            <a:ext cx="9464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A4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auto-verification doesn't trigger: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4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phone, confirm the bank-registered SIM is in Slot 1, and make sure data/Wi-Fi is on. Dual-SIM phones are the most common cause.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Setup &amp; First Payment Guide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Your Bank Account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92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23544" y="2478024"/>
            <a:ext cx="0" cy="585216"/>
          </a:xfrm>
          <a:prstGeom prst="line">
            <a:avLst/>
          </a:prstGeom>
          <a:noFill/>
          <a:ln w="25400">
            <a:solidFill>
              <a:srgbClr val="BFE3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691640"/>
            <a:ext cx="9784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91640" y="16916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Add Bank Account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6172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Pay: profile → Bank account → Add bank account. PhonePe: profile → Bank Accounts → Add New Bank Account.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63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23544" y="3648456"/>
            <a:ext cx="0" cy="585216"/>
          </a:xfrm>
          <a:prstGeom prst="line">
            <a:avLst/>
          </a:prstGeom>
          <a:noFill/>
          <a:ln w="25400">
            <a:solidFill>
              <a:srgbClr val="BFE3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2862072"/>
            <a:ext cx="9784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91640" y="2862072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your bank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862072"/>
            <a:ext cx="6172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confirms your SIM automatically — no OTP typing needed at this step either.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33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23544" y="4818888"/>
            <a:ext cx="0" cy="585216"/>
          </a:xfrm>
          <a:prstGeom prst="line">
            <a:avLst/>
          </a:prstGeom>
          <a:noFill/>
          <a:ln w="25400">
            <a:solidFill>
              <a:srgbClr val="BFE3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4032504"/>
            <a:ext cx="9784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91640" y="4032504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account shown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4032504"/>
            <a:ext cx="6172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masked account number's last 4 digits match your real account — especially if you bank at multiple branches.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40410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404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463040" y="5202936"/>
            <a:ext cx="9784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691640" y="5202936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to link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5202936"/>
            <a:ext cx="6172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is now linked. One step remains: setting your UPI PIN.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Setup &amp; First Payment Guide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Your UPI PIN &amp; Verify the Link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013A4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6" name="Image 0" descr="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18909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1051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your UPI PIN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60604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17320" y="2514600"/>
            <a:ext cx="4343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"Set UPI PIN" when prompted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914400" y="331927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319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17320" y="3227832"/>
            <a:ext cx="4343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last 6 digits of your debit card + expiry (or an SMS OTP, depending on the app)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914400" y="403250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032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17320" y="3941064"/>
            <a:ext cx="4343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4- or 6-digit PIN — different from your ATM PIN and app screen-lock</a:t>
            </a:r>
            <a:endParaRPr lang="en-US" sz="1160" dirty="0"/>
          </a:p>
        </p:txBody>
      </p:sp>
      <p:sp>
        <p:nvSpPr>
          <p:cNvPr id="17" name="Shape 14"/>
          <p:cNvSpPr/>
          <p:nvPr/>
        </p:nvSpPr>
        <p:spPr>
          <a:xfrm>
            <a:off x="914400" y="474573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745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417320" y="4654296"/>
            <a:ext cx="4343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6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Re-enter to confirm. Setup for this account is complete.</a:t>
            </a:r>
            <a:endParaRPr lang="en-US" sz="1160" dirty="0"/>
          </a:p>
        </p:txBody>
      </p:sp>
      <p:sp>
        <p:nvSpPr>
          <p:cNvPr id="20" name="Shape 17"/>
          <p:cNvSpPr/>
          <p:nvPr/>
        </p:nvSpPr>
        <p:spPr>
          <a:xfrm>
            <a:off x="6199632" y="146304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E4F5E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73952" y="1737360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22" name="Image 1" descr="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972" y="1897380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96912" y="181051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the link worked</a:t>
            </a:r>
            <a:endParaRPr lang="en-US" sz="1600" dirty="0"/>
          </a:p>
        </p:txBody>
      </p:sp>
      <p:pic>
        <p:nvPicPr>
          <p:cNvPr id="24" name="Image 2" descr="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65176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76872" y="254203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4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name &amp; logo display correctly in the app</a:t>
            </a:r>
            <a:endParaRPr lang="en-US" sz="1200" dirty="0"/>
          </a:p>
        </p:txBody>
      </p:sp>
      <p:pic>
        <p:nvPicPr>
          <p:cNvPr id="26" name="Image 3" descr="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429000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76872" y="331927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4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account number matches your real account's last 4 digits</a:t>
            </a:r>
            <a:endParaRPr lang="en-US" sz="1200" dirty="0"/>
          </a:p>
        </p:txBody>
      </p:sp>
      <p:pic>
        <p:nvPicPr>
          <p:cNvPr id="28" name="Image 4" descr="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20624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76872" y="409651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4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"Check balance" (with your UPI PIN) returns your real, current balance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492240" y="5029200"/>
            <a:ext cx="4764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matching = your link is correct.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Setup &amp; First Payment Guide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First Real Transaction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with an unfamiliar merchant or QR code. Test with a small, reversible transfer to someone you trust.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1993392" cy="41148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07592" y="2532888"/>
            <a:ext cx="658368" cy="65836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9" name="Image 0" descr="icons/s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269748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 Pay / Send Money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" y="39319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scan a known contact's QR code directly.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2779776" y="196596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79776" y="1965960"/>
            <a:ext cx="1993392" cy="41148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2779776" y="196596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47288" y="2532888"/>
            <a:ext cx="658368" cy="65836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6" name="Image 1" descr="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697480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89504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their UPI ID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907792" y="39319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name@bank — or pick them from contacts if they also use UPI.</a:t>
            </a:r>
            <a:endParaRPr lang="en-US" sz="960" dirty="0"/>
          </a:p>
        </p:txBody>
      </p:sp>
      <p:sp>
        <p:nvSpPr>
          <p:cNvPr id="19" name="Shape 15"/>
          <p:cNvSpPr/>
          <p:nvPr/>
        </p:nvSpPr>
        <p:spPr>
          <a:xfrm>
            <a:off x="4919472" y="196596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19472" y="1965960"/>
            <a:ext cx="1993392" cy="41148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/>
        </p:spPr>
      </p:sp>
      <p:sp>
        <p:nvSpPr>
          <p:cNvPr id="21" name="Text 17"/>
          <p:cNvSpPr/>
          <p:nvPr/>
        </p:nvSpPr>
        <p:spPr>
          <a:xfrm>
            <a:off x="4919472" y="196596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586984" y="2532888"/>
            <a:ext cx="658368" cy="65836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23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2697480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9200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the name shown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047488" y="39319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displays the receiver's registered name before you confirm. Stop if it doesn't match.</a:t>
            </a:r>
            <a:endParaRPr lang="en-US" sz="960" dirty="0"/>
          </a:p>
        </p:txBody>
      </p:sp>
      <p:sp>
        <p:nvSpPr>
          <p:cNvPr id="26" name="Shape 21"/>
          <p:cNvSpPr/>
          <p:nvPr/>
        </p:nvSpPr>
        <p:spPr>
          <a:xfrm>
            <a:off x="7059168" y="196596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059168" y="1965960"/>
            <a:ext cx="1993392" cy="41148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/>
        </p:spPr>
      </p:sp>
      <p:sp>
        <p:nvSpPr>
          <p:cNvPr id="28" name="Text 23"/>
          <p:cNvSpPr/>
          <p:nvPr/>
        </p:nvSpPr>
        <p:spPr>
          <a:xfrm>
            <a:off x="7059168" y="196596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726680" y="2532888"/>
            <a:ext cx="658368" cy="65836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30" name="Image 3" descr="icons/c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2697480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68896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a small amount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187184" y="39319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₹1–₹5 is enough to prove the pipe works before trusting it with more.</a:t>
            </a:r>
            <a:endParaRPr lang="en-US" sz="960" dirty="0"/>
          </a:p>
        </p:txBody>
      </p:sp>
      <p:sp>
        <p:nvSpPr>
          <p:cNvPr id="33" name="Shape 27"/>
          <p:cNvSpPr/>
          <p:nvPr/>
        </p:nvSpPr>
        <p:spPr>
          <a:xfrm>
            <a:off x="9198864" y="196596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198864" y="1965960"/>
            <a:ext cx="1993392" cy="41148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/>
        </p:spPr>
      </p:sp>
      <p:sp>
        <p:nvSpPr>
          <p:cNvPr id="35" name="Text 29"/>
          <p:cNvSpPr/>
          <p:nvPr/>
        </p:nvSpPr>
        <p:spPr>
          <a:xfrm>
            <a:off x="9198864" y="196596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9866376" y="2532888"/>
            <a:ext cx="658368" cy="65836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37" name="Image 4" descr="icons/ke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0968" y="2697480"/>
            <a:ext cx="329184" cy="32918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308592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your UPI PIN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9326880" y="39319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Authorizes the payment. You'll see a success screen with a transaction ID immediately.</a:t>
            </a:r>
            <a:endParaRPr lang="en-US" sz="960" dirty="0"/>
          </a:p>
        </p:txBody>
      </p:sp>
      <p:sp>
        <p:nvSpPr>
          <p:cNvPr id="40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Setup &amp; First Payment Guide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It Actually Went Through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signals should all line up after a successful transfer.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9616" y="2286000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7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126" y="24835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3756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in-app confirmation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4069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 screen with a UPI transaction reference number.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3401568" y="192024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61104" y="2286000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2" name="Image 1" descr="icons/sm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614" y="24835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333756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SMS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02736" y="4069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debit confirmation SMS from your bank, usually within seconds.</a:t>
            </a:r>
            <a:endParaRPr lang="en-US" sz="1060" dirty="0"/>
          </a:p>
        </p:txBody>
      </p:sp>
      <p:sp>
        <p:nvSpPr>
          <p:cNvPr id="15" name="Shape 11"/>
          <p:cNvSpPr/>
          <p:nvPr/>
        </p:nvSpPr>
        <p:spPr>
          <a:xfrm>
            <a:off x="6163056" y="192024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22592" y="2286000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7" name="Image 2" descr="icons/be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102" y="248351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0216" y="333756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Receiver's confirmation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64224" y="4069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balance or notification shows the credit was received.</a:t>
            </a:r>
            <a:endParaRPr lang="en-US" sz="1060" dirty="0"/>
          </a:p>
        </p:txBody>
      </p:sp>
      <p:sp>
        <p:nvSpPr>
          <p:cNvPr id="20" name="Shape 15"/>
          <p:cNvSpPr/>
          <p:nvPr/>
        </p:nvSpPr>
        <p:spPr>
          <a:xfrm>
            <a:off x="8924544" y="192024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84080" y="2286000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22" name="Image 3" descr="icons/receip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590" y="248351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61704" y="333756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&amp; statement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125712" y="4069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in the app's History tab, and later in your bank statement.</a:t>
            </a:r>
            <a:endParaRPr lang="en-US" sz="1060" dirty="0"/>
          </a:p>
        </p:txBody>
      </p:sp>
      <p:sp>
        <p:nvSpPr>
          <p:cNvPr id="25" name="Shape 19"/>
          <p:cNvSpPr/>
          <p:nvPr/>
        </p:nvSpPr>
        <p:spPr>
          <a:xfrm>
            <a:off x="640080" y="544068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DF1E1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68680" y="5577840"/>
            <a:ext cx="548640" cy="548640"/>
          </a:xfrm>
          <a:prstGeom prst="ellipse">
            <a:avLst/>
          </a:prstGeom>
          <a:solidFill>
            <a:srgbClr val="C97A1B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27" name="Image 4" descr="icons/warn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71500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44068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b="1" dirty="0">
                <a:solidFill>
                  <a:srgbClr val="7A4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left but the receiver didn't get it?  </a:t>
            </a:r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7A4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a temporary bank-server timeout — UPI auto-reverses failed transfers, typically within a few hours. Raise a complaint only if unresolved after 24 hours.</a:t>
            </a:r>
            <a:endParaRPr lang="en-US" sz="113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Setup &amp; First Payment Guide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Setup Problems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60704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77924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6" name="Image 0" descr="icons/tool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8765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0876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not found in the list</a:t>
            </a:r>
            <a:endParaRPr lang="en-US" sz="1350" dirty="0"/>
          </a:p>
        </p:txBody>
      </p:sp>
      <p:pic>
        <p:nvPicPr>
          <p:cNvPr id="8" name="Image 1" descr="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8765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29400" y="1508760"/>
            <a:ext cx="52120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app, restart the phone, retry after a few minutes</a:t>
            </a:r>
            <a:endParaRPr lang="en-US" sz="1230" dirty="0"/>
          </a:p>
        </p:txBody>
      </p:sp>
      <p:sp>
        <p:nvSpPr>
          <p:cNvPr id="10" name="Shape 6"/>
          <p:cNvSpPr/>
          <p:nvPr/>
        </p:nvSpPr>
        <p:spPr>
          <a:xfrm>
            <a:off x="640080" y="2468880"/>
            <a:ext cx="10607040" cy="795528"/>
          </a:xfrm>
          <a:prstGeom prst="roundRect">
            <a:avLst>
              <a:gd name="adj" fmla="val 13793"/>
            </a:avLst>
          </a:prstGeom>
          <a:solidFill>
            <a:srgbClr val="EEF7F5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2960" y="2638044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2" name="Image 2" descr="icons/tool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74777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246888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"Mobile number not linked to this account"</a:t>
            </a:r>
            <a:endParaRPr lang="en-US" sz="1350" dirty="0"/>
          </a:p>
        </p:txBody>
      </p:sp>
      <p:pic>
        <p:nvPicPr>
          <p:cNvPr id="14" name="Image 3" descr="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747772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29400" y="2468880"/>
            <a:ext cx="52120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your bank to update your registered mobile number, then retry</a:t>
            </a:r>
            <a:endParaRPr lang="en-US" sz="1230" dirty="0"/>
          </a:p>
        </p:txBody>
      </p:sp>
      <p:sp>
        <p:nvSpPr>
          <p:cNvPr id="16" name="Shape 10"/>
          <p:cNvSpPr/>
          <p:nvPr/>
        </p:nvSpPr>
        <p:spPr>
          <a:xfrm>
            <a:off x="640080" y="3429000"/>
            <a:ext cx="1060704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22960" y="3598164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8" name="Image 4" descr="icons/tool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70789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342900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OTP / SMS not arriving</a:t>
            </a:r>
            <a:endParaRPr lang="en-US" sz="1350" dirty="0"/>
          </a:p>
        </p:txBody>
      </p:sp>
      <p:pic>
        <p:nvPicPr>
          <p:cNvPr id="20" name="Image 5" descr="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707892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29400" y="3429000"/>
            <a:ext cx="52120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signal, disable SMS-blocking apps, confirm the right SIM is active</a:t>
            </a:r>
            <a:endParaRPr lang="en-US" sz="1230" dirty="0"/>
          </a:p>
        </p:txBody>
      </p:sp>
      <p:sp>
        <p:nvSpPr>
          <p:cNvPr id="22" name="Shape 14"/>
          <p:cNvSpPr/>
          <p:nvPr/>
        </p:nvSpPr>
        <p:spPr>
          <a:xfrm>
            <a:off x="640080" y="4389120"/>
            <a:ext cx="10607040" cy="795528"/>
          </a:xfrm>
          <a:prstGeom prst="roundRect">
            <a:avLst>
              <a:gd name="adj" fmla="val 13793"/>
            </a:avLst>
          </a:prstGeom>
          <a:solidFill>
            <a:srgbClr val="EEF7F5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822960" y="4558284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24" name="Image 6" descr="icons/tool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668012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508760" y="438912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PIN not accepted</a:t>
            </a:r>
            <a:endParaRPr lang="en-US" sz="1350" dirty="0"/>
          </a:p>
        </p:txBody>
      </p:sp>
      <p:pic>
        <p:nvPicPr>
          <p:cNvPr id="26" name="Image 7" descr="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668012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629400" y="4389120"/>
            <a:ext cx="52120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"Forgot UPI PIN" to reset it using your debit card again</a:t>
            </a:r>
            <a:endParaRPr lang="en-US" sz="1230" dirty="0"/>
          </a:p>
        </p:txBody>
      </p:sp>
      <p:sp>
        <p:nvSpPr>
          <p:cNvPr id="28" name="Shape 18"/>
          <p:cNvSpPr/>
          <p:nvPr/>
        </p:nvSpPr>
        <p:spPr>
          <a:xfrm>
            <a:off x="640080" y="5349240"/>
            <a:ext cx="1060704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2E">
                <a:alpha val="10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822960" y="5518404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30" name="Image 8" descr="icons/tools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" y="5628132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508760" y="534924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stuck as "Pending"</a:t>
            </a:r>
            <a:endParaRPr lang="en-US" sz="1350" dirty="0"/>
          </a:p>
        </p:txBody>
      </p:sp>
      <p:pic>
        <p:nvPicPr>
          <p:cNvPr id="32" name="Image 9" descr="icons/check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5628132"/>
            <a:ext cx="237744" cy="23774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629400" y="5349240"/>
            <a:ext cx="52120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— it auto-resolves (success or reversal) within a few hours</a:t>
            </a:r>
            <a:endParaRPr lang="en-US" sz="1230" dirty="0"/>
          </a:p>
        </p:txBody>
      </p:sp>
      <p:sp>
        <p:nvSpPr>
          <p:cNvPr id="3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Setup &amp; First Payment Guide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Rules Worth Knowing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21792" cy="62179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6" name="Image 0" descr="icons/ba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470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367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is for SENDING only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07568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 receiving. Anyone asking you to enter your PIN to "receive" money is running a scam.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621792" cy="62179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0" name="Image 1" descr="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84708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6367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share your PIN or OTP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903720" y="207568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with your bank, not "customer support," not a delivery agent — no exceptions.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172968"/>
            <a:ext cx="621792" cy="62179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4" name="Image 2" descr="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32841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1181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name before paying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17320" y="3557016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displayed name on any unfamiliar QR code or UPI ID before sending larger amounts.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26480" y="3172968"/>
            <a:ext cx="621792" cy="62179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8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32841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31181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 comfortable limit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903720" y="3557016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UPI? Set a lower transaction limit in-app and raise it once you're confident.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4700016"/>
            <a:ext cx="621792" cy="62179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22" name="Image 4" descr="icons/downloa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855464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64515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only from official stores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417320" y="508406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via a shared APK file or a link sent through SMS.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Setup &amp; First Payment Guide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377440"/>
            <a:ext cx="6217920" cy="6217920"/>
          </a:xfrm>
          <a:prstGeom prst="ellipse">
            <a:avLst/>
          </a:prstGeom>
          <a:solidFill>
            <a:srgbClr val="00A896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051560"/>
            <a:ext cx="1005840" cy="10058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4" name="Image 0" descr="icons/thumbs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13030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2860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All Set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737360" y="31546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number → linked bank account → UPI PIN → a tested real transaction.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exactly how UPI works end to end.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28316" y="4434840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8" name="Image 1" descr="icons/checklis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76" y="45720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13916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checklist done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820156" y="4434840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1" name="Image 2" descr="icons/ba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45720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05756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 linked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9111996" y="4434840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2B2E">
                <a:alpha val="18000"/>
              </a:srgbClr>
            </a:outerShdw>
          </a:effectLst>
        </p:spPr>
      </p:sp>
      <p:pic>
        <p:nvPicPr>
          <p:cNvPr id="14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9156" y="45720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97596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 learned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Setup &amp; First Payment Guide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2026-08-28T04:21:24Z</dcterms:created>
  <dcterms:modified xsi:type="dcterms:W3CDTF">2026-08-28T04:21:24Z</dcterms:modified>
</cp:coreProperties>
</file>